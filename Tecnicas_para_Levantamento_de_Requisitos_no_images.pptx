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Técnicas para Levantamento de Requisitos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Brainstorming, Entrevistas, Questionários, Observação, Análise de Textos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Brainstorming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Método colaborativo para gerar ideias em grupo</a:t>
            </a:r>
          </a:p>
          <a:p>
            <a:r>
              <a:t>• Promove criatividade e inovação</a:t>
            </a:r>
          </a:p>
          <a:p>
            <a:r>
              <a:t>• Benefícios: Diversidade de ideias, engajamento dos participantes</a:t>
            </a:r>
          </a:p>
          <a:p>
            <a:r>
              <a:t>• Exemplo: Sessão de brainstorming para definir funcionalidades de um aplicativo.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Entrevistas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Coleta de informações através de perguntas direcionadas</a:t>
            </a:r>
          </a:p>
          <a:p>
            <a:r>
              <a:t>• Tipos de perguntas: Abertas (exploração), Fechadas (respostas objetivas)</a:t>
            </a:r>
          </a:p>
          <a:p>
            <a:r>
              <a:t>• Exemplo de pergunta aberta: 'Quais funcionalidades você acha que são essenciais?'</a:t>
            </a:r>
          </a:p>
          <a:p>
            <a:r>
              <a:t>• Exemplo de pergunta fechada: 'Você utiliza aplicativos para compras online? (Sim/Não)'</a:t>
            </a:r>
          </a:p>
          <a:p>
            <a:r>
              <a:t>• Métodos de coleta: Gravador, anotações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Questionários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Ferramenta de levantamento de dados padronizada</a:t>
            </a:r>
          </a:p>
          <a:p>
            <a:r>
              <a:t>• Útil para coletar opiniões de grandes grupos</a:t>
            </a:r>
          </a:p>
          <a:p>
            <a:r>
              <a:t>• Exemplo: 'Qual a sua frequência de uso de aplicativos móveis? (Diariamente, Semanalmente, Mensalmente)'</a:t>
            </a:r>
          </a:p>
          <a:p>
            <a:r>
              <a:t>• Vantagens: Custo baixo, alcance maior, facilidade de análise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Técnica para observar e registrar o comportamento dos usuários em tempo real</a:t>
            </a:r>
          </a:p>
          <a:p>
            <a:r>
              <a:t>• Exemplo: Observar como os funcionários utilizam um software durante o trabalho</a:t>
            </a:r>
          </a:p>
          <a:p>
            <a:r>
              <a:t>• Benefícios: Captura processos naturais, não intrusivo</a:t>
            </a:r>
          </a:p>
          <a:p>
            <a:r>
              <a:t>• Ferramentas: Gravação de tela, relatórios de uso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Análise de Textos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Extração de requisitos de documentos existentes</a:t>
            </a:r>
          </a:p>
          <a:p>
            <a:r>
              <a:t>• Exemplo: Manual de um sistema ou especificação de software</a:t>
            </a:r>
          </a:p>
          <a:p>
            <a:r>
              <a:t>• Métodos: Identificação de palavras-chave, resumo de conceitos</a:t>
            </a:r>
          </a:p>
          <a:p>
            <a:r>
              <a:t>• Vantagens: Aproveita documentação existente, garante precisão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