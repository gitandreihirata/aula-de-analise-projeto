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Estudo de Viabilidade e Especificação de Requisitos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Princípios, Técnicas e Aplicações Práticas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Princípios da Especificação de 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Definição de requisitos</a:t>
            </a:r>
          </a:p>
          <a:p>
            <a:r>
              <a:t>• Importância da clareza e completude</a:t>
            </a:r>
          </a:p>
          <a:p>
            <a:r>
              <a:t>• Objetivos do processo de especificação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Funcionais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Definição</a:t>
            </a:r>
          </a:p>
          <a:p>
            <a:r>
              <a:t>• Exemplos de requisitos funcionais</a:t>
            </a:r>
          </a:p>
          <a:p>
            <a:r>
              <a:t>• Relação com o comportamento do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Não Funcionais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Definição</a:t>
            </a:r>
          </a:p>
          <a:p>
            <a:r>
              <a:t>• Tipos de requisitos não funcionais: segurança, desempenho, usabilidade</a:t>
            </a:r>
          </a:p>
          <a:p>
            <a:r>
              <a:t>• Exemplos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de Usuário vs. Requisitos de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Diferença entre requisitos de usuário e de sistema</a:t>
            </a:r>
          </a:p>
          <a:p>
            <a:r>
              <a:t>• Exemplos de cada tipo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Técnicas para Levantamento de 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Brainstorming</a:t>
            </a:r>
          </a:p>
          <a:p>
            <a:r>
              <a:t>• Entrevistas</a:t>
            </a:r>
          </a:p>
          <a:p>
            <a:r>
              <a:t>• Questionários</a:t>
            </a:r>
          </a:p>
          <a:p>
            <a:r>
              <a:t>• Observação</a:t>
            </a:r>
          </a:p>
          <a:p>
            <a:r>
              <a:t>• Análise de Textos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Aprendizagem com o Usuário e Reutilização de 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 que é aprendizagem com o usuário</a:t>
            </a:r>
          </a:p>
          <a:p>
            <a:r>
              <a:t>• Reutilização de requisitos em projetos semelhantes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Prototipação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Definição e tipos de protótipos</a:t>
            </a:r>
          </a:p>
          <a:p>
            <a:r>
              <a:t>• Vantagens da prototipação no desenvolvimento de sistemas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e Padrões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Exemplos de padrões de requisitos</a:t>
            </a:r>
          </a:p>
          <a:p>
            <a:r>
              <a:t>• Importância de modelos padronizados na documentação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Resumo dos principais tópicos</a:t>
            </a:r>
          </a:p>
          <a:p>
            <a:r>
              <a:t>• Importância do estudo de viabilidade e especificação de requisitos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